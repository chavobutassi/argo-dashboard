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Overpass"/>
      <p:regular r:id="rId9"/>
    </p:embeddedFont>
    <p:embeddedFont>
      <p:font typeface="Overpass"/>
      <p:regular r:id="rId10"/>
    </p:embeddedFont>
    <p:embeddedFont>
      <p:font typeface="Overpass"/>
      <p:regular r:id="rId11"/>
    </p:embeddedFont>
    <p:embeddedFont>
      <p:font typeface="Overpass"/>
      <p:regular r:id="rId12"/>
    </p:embeddedFont>
    <p:embeddedFont>
      <p:font typeface="Overpass"/>
      <p:regular r:id="rId13"/>
    </p:embeddedFont>
    <p:embeddedFont>
      <p:font typeface="Overpass"/>
      <p:regular r:id="rId14"/>
    </p:embeddedFont>
    <p:embeddedFont>
      <p:font typeface="Overpass"/>
      <p:regular r:id="rId15"/>
    </p:embeddedFont>
    <p:embeddedFont>
      <p:font typeface="Overpass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7E02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57" y="606743"/>
            <a:ext cx="5262086" cy="70161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71855" y="686514"/>
            <a:ext cx="2965966" cy="412790"/>
          </a:xfrm>
          <a:prstGeom prst="roundRect">
            <a:avLst>
              <a:gd name="adj" fmla="val 18267"/>
            </a:avLst>
          </a:prstGeom>
          <a:solidFill>
            <a:srgbClr val="4C01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6396" y="803196"/>
            <a:ext cx="179427" cy="1794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75477" y="753785"/>
            <a:ext cx="2427803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INTELIGENCIA OPERACIONAL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271855" y="1185863"/>
            <a:ext cx="7573089" cy="131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ARGO: El Dashboard que Cuenta la Historia</a:t>
            </a:r>
            <a:endParaRPr lang="en-US" sz="4150" dirty="0"/>
          </a:p>
        </p:txBody>
      </p:sp>
      <p:sp>
        <p:nvSpPr>
          <p:cNvPr id="8" name="Text 4"/>
          <p:cNvSpPr/>
          <p:nvPr/>
        </p:nvSpPr>
        <p:spPr>
          <a:xfrm>
            <a:off x="6271855" y="2821305"/>
            <a:ext cx="7573089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motor de inteligencia operacional en Python que monitorea riesgos en tiempo real y genera automáticamente el briefing ejecutivo del día. No muestra datos — los interpreta.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71855" y="4101227"/>
            <a:ext cx="3681293" cy="1963460"/>
          </a:xfrm>
          <a:prstGeom prst="roundRect">
            <a:avLst>
              <a:gd name="adj" fmla="val 4801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03789" y="4333161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Narrativa automática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6503789" y="4789408"/>
            <a:ext cx="3217426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Una frase que dice qué está mal, dónde pesa el riesgo y qué hacer.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10163532" y="4101227"/>
            <a:ext cx="3681413" cy="1963460"/>
          </a:xfrm>
          <a:prstGeom prst="roundRect">
            <a:avLst>
              <a:gd name="adj" fmla="val 4801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395466" y="4333161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Leading vs. Lagging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10395466" y="4789408"/>
            <a:ext cx="3217545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Señales de alerta antes de la falla, no solo el registro posterior.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6271855" y="6275070"/>
            <a:ext cx="7573089" cy="1267897"/>
          </a:xfrm>
          <a:prstGeom prst="roundRect">
            <a:avLst>
              <a:gd name="adj" fmla="val 743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03789" y="6507004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10.000 escenarios</a:t>
            </a:r>
            <a:endParaRPr lang="en-US" sz="2050" dirty="0"/>
          </a:p>
        </p:txBody>
      </p:sp>
      <p:sp>
        <p:nvSpPr>
          <p:cNvPr id="17" name="Text 13"/>
          <p:cNvSpPr/>
          <p:nvPr/>
        </p:nvSpPr>
        <p:spPr>
          <a:xfrm>
            <a:off x="6503789" y="6963251"/>
            <a:ext cx="7109222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Monte Carlo integrado: P10, P50, P90 y P99 en tiempo real.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71" y="572929"/>
            <a:ext cx="6723578" cy="60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Un Motor, Múltiples Industrias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71" y="1641872"/>
            <a:ext cx="4290536" cy="4290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9857" y="3481149"/>
            <a:ext cx="8398193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ARGO funciona con el mismo núcleo de inteligencia para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logística, agro, energía, minería, retail y salud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Solo cambia la configuración de datos.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123" y="6336447"/>
            <a:ext cx="308491" cy="3084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88388" y="6330077"/>
            <a:ext cx="316194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Fuentes de datos integradas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388388" y="6738580"/>
            <a:ext cx="5816322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Open-Meteo · Yahoo Finance · BCRA · georef Argentina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2843" y="6336447"/>
            <a:ext cx="308491" cy="3084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4107" y="6330077"/>
            <a:ext cx="242018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La lección clave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094107" y="6738580"/>
            <a:ext cx="5816322" cy="91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dashboard que muestra datos no es lo mismo que uno que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cuenta una historia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La diferencia está en cómo se ordena la información.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2026-04-27T02:34:43Z</dcterms:created>
  <dcterms:modified xsi:type="dcterms:W3CDTF">2026-04-27T02:34:43Z</dcterms:modified>
</cp:coreProperties>
</file>